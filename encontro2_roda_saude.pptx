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3D7A4A">
              <a:alpha val="2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solidFill>
            <a:srgbClr val="C9A96E">
              <a:alpha val="25000"/>
            </a:srgbClr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C9A96E"/>
                </a:solidFill>
              </a:rPr>
              <a:t>RODA DA SAÚDE · ENCONTRO 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Cérebro 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Comida: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Desvendando o Desejo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09728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Emoções, saciedade e comportamento alimentar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Sativo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cérebro regula a fome?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C9A9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hipotálamo é o maestro da fome — mas ele recebe influências de hormônios, emoções, memórias e até do ambiente ao redor.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40280"/>
            <a:ext cx="2560320" cy="5486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Grelina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Hormônio da fome — sobe antes das refeições e em estados de privação ou estresse.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2402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240280"/>
            <a:ext cx="2560320" cy="5486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2900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Leptina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Hormônio da saciedade — sinaliza ao cérebro que há energia suficiente armazenada.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240280"/>
            <a:ext cx="25603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240280"/>
            <a:ext cx="2560320" cy="54864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331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Dopamina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3246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Relacionada ao prazer e à recompensa — é ativada mesmo só ao ver ou cheirar comida.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Fome real x fome emocional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F0F7F2"/>
          </a:solidFill>
          <a:ln w="25400">
            <a:solidFill>
              <a:srgbClr val="4A8C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Fome física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gradualmente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comida satisfaz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quando saciada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gera culpa depois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931920" cy="3474720"/>
          </a:xfrm>
          <a:prstGeom prst="rect">
            <a:avLst/>
          </a:prstGeom>
          <a:solidFill>
            <a:srgbClr val="FFF8F0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508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07C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Fome emocional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de repente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 algo específico (doce, gorduroso)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de saciar</a:t>
            </a:r>
            <a:endParaRPr lang="en-US" sz="1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gerar culpa depois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a diferença é o primeiro passo — sem julgamento.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3D7A4A">
              <a:alpha val="4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Gatilhos que levam ao comer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fome física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  Ansiedade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 Tristeza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0116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 Raiva/Frustração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Tédio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315468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Celebração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2560320" cy="1005840"/>
          </a:xfrm>
          <a:prstGeom prst="rect">
            <a:avLst/>
          </a:prstGeom>
          <a:solidFill>
            <a:srgbClr val="3D7A4A">
              <a:alpha val="6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 Estresse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A07C40"/>
          </a:solidFill>
          <a:ln w="12700">
            <a:solidFill>
              <a:srgbClr val="A07C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Comer com atenção — Mindful Eating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dieta. É reconexão.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572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sem distração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Afaste o celular e a TV. O cérebro precisa de atenção para registrar a saciedade.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3429000" y="2606040"/>
            <a:ext cx="4572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sinais do corpo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246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antes de comer e se pergunte: estou com fome física agora?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828800"/>
            <a:ext cx="25603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63640" y="19202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263640" y="2606040"/>
            <a:ext cx="4572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 devagar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32461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 ~20 minutos para o sinal de saciedade chegar ao cérebro. Velocidade importa.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os ultraprocessados são tão difíceis de resistir?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F5F0E8"/>
          </a:solidFill>
          <a:ln w="254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Eles são engenheirados para ativar o sistema de recompensa do cérebro — combinação de sal, gordura, açúcar e textura que ultrapassa os sinais naturais de saciedade.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560320" cy="2377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 + Açúcar + Gordura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566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que não existe na natureza — e que o cérebro não sabe como parar de querer.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468880"/>
            <a:ext cx="2560320" cy="2377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2900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Hiperpalatabilidade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3566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Sabores intensos que suprimem a saciedade e incentivam comer além da necessidade.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468880"/>
            <a:ext cx="2560320" cy="2377440"/>
          </a:xfrm>
          <a:prstGeom prst="rect">
            <a:avLst/>
          </a:prstGeom>
          <a:solidFill>
            <a:srgbClr val="F5F0E8"/>
          </a:solidFill>
          <a:ln w="12700">
            <a:solidFill>
              <a:srgbClr val="E8E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560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3063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neurológico, não fraqueza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35661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Resistir exige esforço real. A culpa não é sua — é do produto.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3D7A4A">
              <a:alpha val="30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💬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reflexão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grupo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Você consegue identificar situações em que come sem fome física? O que costuma disparar isso?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918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Que emoção você mais associa com vontade de comer algo específico?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8046720" cy="749808"/>
          </a:xfrm>
          <a:prstGeom prst="rect">
            <a:avLst/>
          </a:prstGeom>
          <a:solidFill>
            <a:srgbClr val="3D7A4A">
              <a:alpha val="50000"/>
            </a:srgbClr>
          </a:solidFill>
          <a:ln w="12700">
            <a:solidFill>
              <a:srgbClr val="4A8C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Como você se sente quando come algo 'proibido'? De onde vem esse sentimento?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5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029200" cy="5029200"/>
          </a:xfrm>
          <a:prstGeom prst="ellipse">
            <a:avLst/>
          </a:prstGeom>
          <a:solidFill>
            <a:srgbClr val="3D7A4A">
              <a:alpha val="35000"/>
            </a:srgbClr>
          </a:solidFill>
          <a:ln w="12700">
            <a:solidFill>
              <a:srgbClr val="3D7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Obrigada por estar aqui.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A8C5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Cuidar de si é um ato de presença.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91440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(85) 98132-3400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jacomel.mfc@gmail.com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e-sativo.github.io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480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A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Sativo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Roda da Saúde · Encontro 2</dc:title>
  <dc:subject>PptxGenJS Presentation</dc:subject>
  <dc:creator>PptxGenJS</dc:creator>
  <cp:lastModifiedBy>PptxGenJS</cp:lastModifiedBy>
  <cp:revision>1</cp:revision>
  <dcterms:created xsi:type="dcterms:W3CDTF">2026-03-19T20:45:27Z</dcterms:created>
  <dcterms:modified xsi:type="dcterms:W3CDTF">2026-03-19T20:45:27Z</dcterms:modified>
</cp:coreProperties>
</file>