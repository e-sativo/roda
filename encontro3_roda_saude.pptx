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D7A4A">
              <a:alpha val="2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9A96E"/>
                </a:solidFill>
              </a:rPr>
              <a:t>RODA DA SAÚDE · ENCONTRO 3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Tríade da Saúde: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Sono,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Estresse e Peso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esses pilares se influenciam mutuamente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pilares que se conectam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 ruim → mais cortisol → mais fome → mais peso → mais estresse → sono pior. Um ciclo que se retroalimenta.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560320" cy="5486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🌙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Regulador hormonal, metabólico e emocional. Dormir mal aumenta grelina e reduz leptina.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828800"/>
            <a:ext cx="2560320" cy="54864"/>
          </a:xfrm>
          <a:prstGeom prst="rect">
            <a:avLst/>
          </a:prstGeom>
          <a:solidFill>
            <a:srgbClr val="A07C40"/>
          </a:solidFill>
          <a:ln w="12700">
            <a:solidFill>
              <a:srgbClr val="A07C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07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Estresse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2971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 cortisol, que estimula apetite, acumula gordura visceral e perturba o sono.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828800"/>
            <a:ext cx="2560320" cy="54864"/>
          </a:xfrm>
          <a:prstGeom prst="rect">
            <a:avLst/>
          </a:prstGeom>
          <a:solidFill>
            <a:srgbClr val="4A8C5C"/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965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63640" y="25146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8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971800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 causa — o excesso de peso aumenta o estresse e dificulta o sono reparador.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🌙  Sono: muito mais que descanso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F5F0E8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 menos de 7 horas aumenta em até 55% o risco de obesidade — e não é só por comer mais. É hormonal, metabólico e neurológico.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560320" cy="256032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sono faz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grelina e leptina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a memória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 tecidos e músculo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 o humor e a impulsividade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2377440"/>
            <a:ext cx="2560320" cy="256032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sono ruim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 cansada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concentração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fome durante o dia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Irritabilidade frequente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377440"/>
            <a:ext cx="2560320" cy="256032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468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Higiene do sono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29260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regular para dormir e acordar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escuro e fresco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telas 1h antes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Limitar cafeína após 14h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D7A4A">
              <a:alpha val="4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Estresse e cortisol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inimigo silencioso do metabolismo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01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🏃  Cortisol agudo (ok)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situações de perigo, o cortisol é necessário. O problema é quando fica cronicamente elevado.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901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Gordura visceral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93008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elevado direciona o acúmulo de gordura para a região abdominal — a mais inflamatória.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1901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🍫  Compulsão alimentar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27648" y="22402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cortisol aumenta a preferência por alimentos ricos em açúcar e gordura como mecanismo de alívio.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3649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Impacto no sono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cortisol noturno elevado impede a entrada no sono profundo e reparador.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29184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93008" y="33649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💆  Como manejar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Respiração consciente, movimento, natureza, conexão social — todos reduzem cortisol comprovadamente.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2560320" cy="128016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336499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Pedir ajuda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37033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Estresse crônico pode indicar necessidade de suporte psicológico. Cuidar da mente é cuidar do corpo.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A07C40"/>
          </a:solidFill>
          <a:ln w="12700">
            <a:solidFill>
              <a:srgbClr val="A07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práticas para o dia a dia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Pequenas práticas com grande impacto no sono, estresse e metabolismo.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920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🫁  Respiração 4-7-8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 4s · Segure 7s · Expire 8s. Ativa o sistema parassimpático em minutos.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01568" y="1920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 Diário do estresse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01568" y="22860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o que gerou estresse no dia ajuda a identificar padrões e escolher respostas.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36208" y="19202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Caminhada de 10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36208" y="22860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cortisol, melhora o humor e regula o apetite — sem academia necessária.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3429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Ritual noturno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794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sem tela antes de dormir. Substitua por leitura leve, música ou alongamento.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33375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01568" y="3429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Natureza e luz solar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3794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à luz solar pela manhã regula o ritmo circadiano e melhora o sono noturno.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337560"/>
            <a:ext cx="25603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36208" y="3429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🤲  Conexão social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379476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Conversar, abraçar, rir — a conexão humana é um dos maiores reguladores do cortisol.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reflexão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grupo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Como está sua qualidade de sono? Você acorda descansada ou já cansada?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Quais situações do seu dia geram mais estresse? Você consegue identificá-las?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Já percebeu como seu sono ou estresse impactam o que você come?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3D7A4A">
              <a:alpha val="35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 por estar aqui.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Cuidar de si é um ato de presença.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9144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(85) 98132-3400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jacomel.mfc@gmail.com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e-sativo.github.io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Roda da Saúde · Encontro 3</dc:title>
  <dc:subject>PptxGenJS Presentation</dc:subject>
  <dc:creator>PptxGenJS</dc:creator>
  <cp:lastModifiedBy>PptxGenJS</cp:lastModifiedBy>
  <cp:revision>1</cp:revision>
  <dcterms:created xsi:type="dcterms:W3CDTF">2026-03-19T20:45:28Z</dcterms:created>
  <dcterms:modified xsi:type="dcterms:W3CDTF">2026-03-19T20:45:28Z</dcterms:modified>
</cp:coreProperties>
</file>