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3D7A4A">
              <a:alpha val="2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solidFill>
            <a:srgbClr val="C9A96E">
              <a:alpha val="2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9A96E"/>
                </a:solidFill>
              </a:rPr>
              <a:t>RODA DA SAÚDE · ENCONTRO 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Movimento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A8C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Intuitivo: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Exercício ao Prazer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09728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Encontrando o movimento que faz sentido para você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Sativo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você se relaciona com o movimento?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muitas pessoas, o exercício virou punição — algo que se faz para compensar o que comeu ou para mudar o corpo. Isso não é saúde.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2834640"/>
          </a:xfrm>
          <a:prstGeom prst="rect">
            <a:avLst/>
          </a:prstGeom>
          <a:solidFill>
            <a:srgbClr val="FFF3F3"/>
          </a:solidFill>
          <a:ln w="25400">
            <a:solidFill>
              <a:srgbClr val="E8A0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Relação de punição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como castigo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Compensar o que comeu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 de falhar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 mesmo machucado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é suficiente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3931920" cy="2834640"/>
          </a:xfrm>
          <a:prstGeom prst="rect">
            <a:avLst/>
          </a:prstGeom>
          <a:solidFill>
            <a:srgbClr val="F0F7F2"/>
          </a:solidFill>
          <a:ln w="25400">
            <a:solidFill>
              <a:srgbClr val="4A8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148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Relação de cuidado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26517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como presente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o corpo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Descansa sem culpa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 o que gosta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 pequenos avanços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 ciência diz sobre movimento e saúde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 min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07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07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risco cardiovascular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56032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min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07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caminhada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mínima de atividade moderada — equivale a 30 min por dia, 5 dias.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30175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apenas caminhadas regulares, sem academia ou alta intensidade.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30175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para reduzir cortisol, melhorar humor e regular o apetite no mesmo dia.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5371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Qualquer movimento conta. O melhor exercício é o que você faz com consistência e prazer.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3D7A4A">
              <a:alpha val="4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Movimento Intuitivo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 o corpo antes de seguir um plano.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019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  Escuta ativa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Movimente-se quando sentir energia — e descanse quando o corpo pedir.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9019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Prazer como critério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93008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tem um tipo de movimento que você gosta, ainda não encontrou o seu.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9019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Sem meta de queima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Desconecte o movimento da compensação calórica. Mova-se para se sentir bem.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649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Começo devagar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7033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 de caminhada são infinitamente melhores do que 0. Comece onde está.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29184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33649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Variedade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3008" y="37033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Dança, natação, yoga, horta, brincar com criança — tudo conta como movimento.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29184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33649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Celebrar o corpo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37033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que o corpo consegue fazer, não no que ele parece.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A07C40"/>
          </a:solidFill>
          <a:ln w="12700">
            <a:solidFill>
              <a:srgbClr val="A07C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Barreiras reais — e como contorná-las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0" cy="685800"/>
          </a:xfrm>
          <a:prstGeom prst="rect">
            <a:avLst/>
          </a:prstGeom>
          <a:solidFill>
            <a:srgbClr val="FFF3F3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tenho tempo"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4206240" cy="685800"/>
          </a:xfrm>
          <a:prstGeom prst="rect">
            <a:avLst/>
          </a:prstGeom>
          <a:solidFill>
            <a:srgbClr val="F0F7F2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4904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de caminhada na hora do almoço. Subir escadas. Ir a pé quando possível.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60520" y="15544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96E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840480" cy="685800"/>
          </a:xfrm>
          <a:prstGeom prst="rect">
            <a:avLst/>
          </a:prstGeom>
          <a:solidFill>
            <a:srgbClr val="FFF3F3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"Tenho vergonha do meu corpo"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286000"/>
            <a:ext cx="4206240" cy="685800"/>
          </a:xfrm>
          <a:prstGeom prst="rect">
            <a:avLst/>
          </a:prstGeom>
          <a:solidFill>
            <a:srgbClr val="F0F7F2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3591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em casa. YouTube, apps gratuitos, ou apenas caminhar no quarteirão.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24231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96E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840480" cy="685800"/>
          </a:xfrm>
          <a:prstGeom prst="rect">
            <a:avLst/>
          </a:prstGeom>
          <a:solidFill>
            <a:srgbClr val="FFF3F3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46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"Tenho dor ou limitação física"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3154680"/>
            <a:ext cx="4206240" cy="685800"/>
          </a:xfrm>
          <a:prstGeom prst="rect">
            <a:avLst/>
          </a:prstGeom>
          <a:solidFill>
            <a:srgbClr val="F0F7F2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2278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Conversar com profissional de saúde para adaptar. Movimento aquático, alongamento, cadeirante-ativo.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0520" y="32918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96E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840480" cy="685800"/>
          </a:xfrm>
          <a:prstGeom prst="rect">
            <a:avLst/>
          </a:prstGeom>
          <a:solidFill>
            <a:srgbClr val="FFF3F3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"Já tentei e desisti"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4023360"/>
            <a:ext cx="4206240" cy="685800"/>
          </a:xfrm>
          <a:prstGeom prst="rect">
            <a:avLst/>
          </a:prstGeom>
          <a:solidFill>
            <a:srgbClr val="F0F7F2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40965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Talvez o tipo errado, intensidade errada ou momento errado. Recomeço sem culpa.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60520" y="41605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96E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reflexão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grupo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Existe algum tipo de movimento que você gostava de fazer e parou? O que aconteceu?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Como seu corpo se sente depois de se mover — mesmo que pouco?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Qual seria a menor mudança possível que você poderia fazer esta semana?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3D7A4A">
              <a:alpha val="35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Obrigada por estar aqui.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8C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Cuidar de si é um ato de presença.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9144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(85) 98132-3400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jacomel.mfc@gmail.com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e-sativo.github.io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Sativo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Roda da Saúde · Encontro 4</dc:title>
  <dc:subject>PptxGenJS Presentation</dc:subject>
  <dc:creator>PptxGenJS</dc:creator>
  <cp:lastModifiedBy>PptxGenJS</cp:lastModifiedBy>
  <cp:revision>1</cp:revision>
  <dcterms:created xsi:type="dcterms:W3CDTF">2026-03-19T20:45:28Z</dcterms:created>
  <dcterms:modified xsi:type="dcterms:W3CDTF">2026-03-19T20:45:28Z</dcterms:modified>
</cp:coreProperties>
</file>