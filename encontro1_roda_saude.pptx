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7A4A">
              <a:alpha val="2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9A96E"/>
                </a:solidFill>
              </a:rPr>
              <a:t>RODA DA SAÚDE · ENCONTRO 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Obesidade como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Sintoma,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como Fim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Ressignificando a saúde e o corpo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Bem-vindas 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i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Roda da Saúde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espaço de troca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906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julgamentos, com escuta ativa e acolhimento mútuo.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10312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com cuidado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0906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baseada em evidências, adaptada à sua realidade.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0312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coletiva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09067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experiência trazida aqui enriquece o grupo.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obesidade mesmo?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5F0E8"/>
          </a:solidFill>
          <a:ln w="254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OMS define obesidade como </a:t>
            </a:r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acúmulo anormal ou excessivo de gordura</a:t>
            </a:r>
            <a:pPr algn="l" indent="0" marL="0">
              <a:buNone/>
            </a:pPr>
            <a:r>
              <a:rPr lang="en-US" sz="13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representa risco à saúde — mas isso é só o começo da conversa.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costumamos 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840480" cy="1645920"/>
          </a:xfrm>
          <a:prstGeom prst="rect">
            <a:avLst/>
          </a:prstGeom>
          <a:solidFill>
            <a:srgbClr val="FFF3F3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Fraqueza de vontade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Falta de disciplina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 estético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Culpa individual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ciência mostra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926080"/>
            <a:ext cx="3840480" cy="1645920"/>
          </a:xfrm>
          <a:prstGeom prst="rect">
            <a:avLst/>
          </a:prstGeom>
          <a:solidFill>
            <a:srgbClr val="F0F7F2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017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Doença crônica multifatorial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Genética, ambiente, emoções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Hormônios e metabolismo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Precisa de cuidado, não punição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D7A4A">
              <a:alpha val="4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Obesidade como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Sintoma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está nos dizendo algo.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Sono alterado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Estresse crônico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4688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Medicamentos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94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Genética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70332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794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Ambiente alimentar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794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Emoções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número na balança não define sua saúde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metabólica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Glicemia, pressão, colesterol e inflamação importam mais do que o IMC isolado.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54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429000" y="233172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Energia, sono, humor e mobilidade são marcadores reais de bem-estar.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554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a comida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sem culpa, com prazer e atenção é parte fundamental do cuidado.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 · Mudança de Estilo de Vida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ciência mostra: pequenas mudanças sustentáveis são mais eficazes do que grandes transformações temporárias.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2743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Alimentação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com atenção e sem pressa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alimentos in natura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ultraprocessados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Hidratação como hábito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560320" cy="2743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Movimento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6517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o movimento que você gosta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devagar e respeitar o corpo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tempo sentado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conta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560320" cy="27432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Sono e Estresse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reparador é remédio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manejo do estresse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gatilhos emocionais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ajuda quando precisar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reflexão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Quando você pensa na sua relação com o peso, qual sentimento aparece primeiro?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Já houve um momento em que seu corpo tentou te dizer algo que você não estava ouvindo?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 que seria cuidar de si sem focar só no número da balança?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D7A4A">
              <a:alpha val="35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por estar aqui.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Cuidar de si é um ato de presença.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9144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(85) 98132-3400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jacomel.mfc@gmail.com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e-sativo.github.io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Saúde · Encontro 1</dc:title>
  <dc:subject>PptxGenJS Presentation</dc:subject>
  <dc:creator>PptxGenJS</dc:creator>
  <cp:lastModifiedBy>PptxGenJS</cp:lastModifiedBy>
  <cp:revision>1</cp:revision>
  <dcterms:created xsi:type="dcterms:W3CDTF">2026-03-19T20:39:15Z</dcterms:created>
  <dcterms:modified xsi:type="dcterms:W3CDTF">2026-03-19T20:39:15Z</dcterms:modified>
</cp:coreProperties>
</file>